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604be90264c7f" /><Relationship Type="http://schemas.openxmlformats.org/officeDocument/2006/relationships/extended-properties" Target="/docProps/app.xml" Id="R79d58c74fc6c4372" /><Relationship Type="http://schemas.openxmlformats.org/officeDocument/2006/relationships/officeDocument" Target="/ppt/presentation.xml" Id="Rf27df807dd3a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f520faa1c4309"/>
  </p:sldMasterIdLst>
  <p:notesMasterIdLst>
    <p:notesMasterId xmlns:r="http://schemas.openxmlformats.org/officeDocument/2006/relationships" r:id="R933303ee9d584c41"/>
  </p:notesMasterIdLst>
  <p:sldIdLst>
    <p:sldId xmlns:r="http://schemas.openxmlformats.org/officeDocument/2006/relationships" id="256" r:id="Rc16e973afd054e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e0290ce7d4447" /><Relationship Type="http://schemas.openxmlformats.org/officeDocument/2006/relationships/slideMaster" Target="/ppt/slideMasters/slideMaster1.xml" Id="Rd87f520faa1c4309" /><Relationship Type="http://schemas.openxmlformats.org/officeDocument/2006/relationships/notesMaster" Target="/ppt/notesMasters/notesMaster1.xml" Id="R933303ee9d584c41" /><Relationship Type="http://schemas.openxmlformats.org/officeDocument/2006/relationships/presProps" Target="/ppt/presProps.xml" Id="R11eb7c273ef040d3" /><Relationship Type="http://schemas.openxmlformats.org/officeDocument/2006/relationships/tableStyles" Target="/ppt/tableStyles.xml" Id="R77bc4279d79c44d5" /><Relationship Type="http://schemas.openxmlformats.org/officeDocument/2006/relationships/slide" Target="/ppt/slides/slide1.xml" Id="Rc16e973afd05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5f7acdc77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370d8b52874bda" /><Relationship Type="http://schemas.openxmlformats.org/officeDocument/2006/relationships/notesMaster" Target="/ppt/notesMasters/notesMaster1.xml" Id="R5645a2aaef01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APolo 사용자 가치: 생성 이후 편집, 공개 범위 선택, 링크·QR 공유, 지속 업데이트가 이어진다.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428a55f6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887712237c4812" /><Relationship Type="http://schemas.openxmlformats.org/officeDocument/2006/relationships/slideLayout" Target="/ppt/slideLayouts/slideLayout1.xml" Id="R0a73972dcee9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3972dcee9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73c54c6c341f9" /><Relationship Type="http://schemas.openxmlformats.org/officeDocument/2006/relationships/notesSlide" Target="/ppt/notesSlides/notesSlide1.xml" Id="R6911213e5a2944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C7DE3-14EC-4DEF-A181-0AB412E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rPr>
              <a:t>USER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1C4B3-EEE5-4CDB-BD41-E6E78C8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정리된 경력 데이터는 필요한 순간에 다시 쓰입니다.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645B-CF93-401D-8DBA-026AA109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생성 이후에도 직접 편집하고, 목적에 맞게 공개하고, 경험이 쌓일수록 업데이트합니다.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48CB-C5A1-459A-9CC1-1DCB37F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rPr>
              <a:t>APolo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9E2AB-84C7-4B52-B5CF-318DC158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925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FF"/>
          </a:solidFill>
          <a:ln xmlns:a="http://schemas.openxmlformats.org/drawingml/2006/main" w="0">
            <a:solidFill>
              <a:srgbClr val="C8D8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ED4E-5195-46F1-B02B-7B6EF03B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9A4AD-99C3-4093-B5E1-6A405E5B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80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F6912-9368-4159-BC7A-624D053B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직접 편집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5CD7F-675F-4B30-9D56-F4CA28E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481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AI 결과를 내 표현과</a:t>
            </a:r>
          </a:p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목적에 맞게 다듬습니다.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3DCF2-9712-4733-9AD5-9B75C8E8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5D74E-E108-44AD-B876-2ED186B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80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61A04-B919-47E7-9C01-2EBD494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48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공개 범위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1DC5D-D25F-4E23-9FEA-0D40E22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481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필요한 경험만 골라</a:t>
            </a:r>
          </a:p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나만의 페이지로 공개합니다.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95453-F7D5-4D4B-9660-5630954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B493E-3C2A-4D10-9351-9BBB609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80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A191C-EB1B-4557-8AA8-2DF333E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48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링크·QR 공유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0C84C-F96D-4828-8BA9-A81AC8F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481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지원과 네트워킹에서</a:t>
            </a:r>
          </a:p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바로 전달할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7F79D-CC0E-4CC6-BD6E-9CE50BC1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E6C77-7FAF-409B-9695-796337A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80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9DA3E-3047-4E04-98CE-D29BAD46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48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계속 업데이트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564D1-8F76-4743-BB25-1CDA88C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481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새로운 경험을 추가하면</a:t>
            </a:r>
          </a:p>
          <a:p xmlns:a="http://schemas.openxmlformats.org/drawingml/2006/main">
            <a:pPr>
              <a:def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58F"/>
                </a:solidFill>
                <a:latin typeface="Helvetica Neue"/>
                <a:ea typeface="Helvetica Neue"/>
                <a:cs typeface="Helvetica Neue"/>
              </a:rPr>
              <a:t>기존 결과물에도 반영됩니다.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D8322-3C17-40C1-A067-D95B17B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0">
            <a:solidFill>
              <a:srgbClr val="172B4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8BCB4-3AA2-4EF1-85E4-61C520E7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문서 하나를 만드는 서비스가 아니라, 경력을 계속 사용하는 서비스입니다.</a:t>
            </a:r>
          </a:p>
        </p:txBody>
      </p:sp>
    </p:spTree>
    <p:extLst>
      <p:ext uri="{BB962C8B-B14F-4D97-AF65-F5344CB8AC3E}">
        <p14:creationId xmlns:p14="http://schemas.microsoft.com/office/powerpoint/2010/main" val="1720760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2026-09-30T16:10:32.9530000Z</dcterms:created>
  <dcterms:modified xsi:type="dcterms:W3CDTF">2026-09-30T16:10:32.9530000Z</dcterms:modified>
</coreProperties>
</file>