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4797f80364f56" /><Relationship Type="http://schemas.openxmlformats.org/officeDocument/2006/relationships/extended-properties" Target="/docProps/app.xml" Id="R212b6d9506b74808" /><Relationship Type="http://schemas.openxmlformats.org/officeDocument/2006/relationships/officeDocument" Target="/ppt/presentation.xml" Id="Rec4a6dc32b4041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c224dcdc24eec"/>
  </p:sldMasterIdLst>
  <p:notesMasterIdLst>
    <p:notesMasterId xmlns:r="http://schemas.openxmlformats.org/officeDocument/2006/relationships" r:id="Rb31bc73c551b46fa"/>
  </p:notesMasterIdLst>
  <p:sldIdLst>
    <p:sldId xmlns:r="http://schemas.openxmlformats.org/officeDocument/2006/relationships" id="256" r:id="R3013cc36ce5e41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8a8588d6a4bac" /><Relationship Type="http://schemas.openxmlformats.org/officeDocument/2006/relationships/slideMaster" Target="/ppt/slideMasters/slideMaster1.xml" Id="R70bc224dcdc24eec" /><Relationship Type="http://schemas.openxmlformats.org/officeDocument/2006/relationships/notesMaster" Target="/ppt/notesMasters/notesMaster1.xml" Id="Rb31bc73c551b46fa" /><Relationship Type="http://schemas.openxmlformats.org/officeDocument/2006/relationships/presProps" Target="/ppt/presProps.xml" Id="R5ec7361460a14a13" /><Relationship Type="http://schemas.openxmlformats.org/officeDocument/2006/relationships/tableStyles" Target="/ppt/tableStyles.xml" Id="Rc330e60168ed442d" /><Relationship Type="http://schemas.openxmlformats.org/officeDocument/2006/relationships/slide" Target="/ppt/slides/slide1.xml" Id="R3013cc36ce5e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7173ffcad9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882c3a6fa434c" /><Relationship Type="http://schemas.openxmlformats.org/officeDocument/2006/relationships/notesMaster" Target="/ppt/notesMasters/notesMaster1.xml" Id="Rb1a3b7b14073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가치: 한 번 만든 문서가 아니라 계속 활용되고 갱신되는 경력 데이터. 다음 검증 과제: 사용성, 생성 품질, 기관·기업 활용 가능성.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c42ece259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c3dc3b91b409a" /><Relationship Type="http://schemas.openxmlformats.org/officeDocument/2006/relationships/slideLayout" Target="/ppt/slideLayouts/slideLayout1.xml" Id="R2c94b5fff4f54f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4b5fff4f54f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c2a60f4c14638" /><Relationship Type="http://schemas.openxmlformats.org/officeDocument/2006/relationships/notesSlide" Target="/ppt/notesSlides/notesSlide1.xml" Id="R7e8da61a03b94b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CCAF8-673F-430D-9D19-B356226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rPr>
              <a:t>CORE VALUE / NEXT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4170-8608-48D4-856A-D9554D1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한 번 만든 문서가 아니라,</a:t>
            </a:r>
          </a:p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계속 활용되는 경력 데이터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94DBE-5926-40CE-BDA2-BB18E7C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경험이 쌓일수록 더 많은 결과물과 기회로 연결됩니다.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55177-6574-4049-AC63-7DEE31E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FF"/>
          </a:solidFill>
          <a:ln xmlns:a="http://schemas.openxmlformats.org/drawingml/2006/main" w="0">
            <a:solidFill>
              <a:srgbClr val="C6D7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D7364-6402-4759-84DA-FC7AAF33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4A70E-AB25-4230-AF61-69B36FC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6AA63-2668-4430-BA87-3A8AA585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한 번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D9FE8-D8E9-4B4C-93C0-FFB8D38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766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경험과 근거를</a:t>
            </a:r>
          </a:p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하나의 구조로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476B2-47D5-49FD-B2DB-F7A33AFC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58544-05EC-41F5-BD27-2B75E96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86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89106-64A9-4C38-9C08-E2C2B96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여러 번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8D798-74FF-4DA5-8020-4BE5DD04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명함·프로필·포트폴리오로</a:t>
            </a:r>
          </a:p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목적에 맞게 변환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13EE6-E90C-4A3E-9BB1-57C88732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FF"/>
          </a:solidFill>
          <a:ln xmlns:a="http://schemas.openxmlformats.org/drawingml/2006/main" w="0">
            <a:solidFill>
              <a:srgbClr val="2F64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DBA31-318A-40DB-A569-63C5E35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860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4EF41-CBE4-4E55-AD85-F88ABA2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766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계속 갱신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2AB6-D105-45A2-8552-77AE5D7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새로운 경험을 추가하면</a:t>
            </a:r>
          </a:p>
          <a:p xmlns:a="http://schemas.openxmlformats.org/drawingml/2006/main">
            <a:pPr>
              <a:def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기존 결과물에도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5B6D9-3948-4854-B0F0-63D06A8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62175"/>
            <a:ext cx="44767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D7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EA3D6-C9F4-4D1A-927A-8706893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907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4FF"/>
                </a:solidFill>
                <a:latin typeface="Helvetica Neue"/>
                <a:ea typeface="Helvetica Neue"/>
                <a:cs typeface="Helvetica Neue"/>
              </a:rPr>
              <a:t>APolo의 핵심 가치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DA5B6-A18D-4AA4-802E-6509CA5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경험을 한 번 정리하면,</a:t>
            </a:r>
          </a:p>
          <a:p xmlns:a="http://schemas.openxmlformats.org/drawingml/2006/main">
            <a:pPr>
              <a:defRPr sz="20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필요한 순간마다 다시 쓸 수 있습니다.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AC81C-9DF0-4CFE-8FD8-D9809DCE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052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개인의 경력을 ‘제출용 문서’에서</a:t>
            </a:r>
          </a:p>
          <a:p xmlns:a="http://schemas.openxmlformats.org/drawingml/2006/main">
            <a:pPr>
              <a:defRPr sz="127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592"/>
                </a:solidFill>
                <a:latin typeface="Helvetica Neue"/>
                <a:ea typeface="Helvetica Neue"/>
                <a:cs typeface="Helvetica Neue"/>
              </a:rPr>
              <a:t>‘계속 살아있는 데이터’로 바꿉니다.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25DC2-CDAF-4A07-89AF-AB5DCB10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8345C"/>
          </a:solidFill>
          <a:ln xmlns:a="http://schemas.openxmlformats.org/drawingml/2006/main" w="0">
            <a:solidFill>
              <a:srgbClr val="1834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3A0DE-C944-45C3-B51B-8F0636C9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D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DB7FF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825A5-315D-484D-9D8D-B2C5709B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다음 검증 과제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F9847-45B9-49FD-A5D8-4A0B2B88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9700"/>
            <a:ext cx="2076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94A7B"/>
          </a:solidFill>
          <a:ln xmlns:a="http://schemas.openxmlformats.org/drawingml/2006/main" w="9525">
            <a:solidFill>
              <a:srgbClr val="4D6F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C47C9-2A18-483C-A23B-3A671CF6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14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rPr>
              <a:t>사용성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DF5F2-76E7-4CFF-92C8-2C08106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8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사용자가 생성 후에도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다시 편집·공유하는가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C38A2-3EDC-4C14-9995-A9C1E87D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219700"/>
            <a:ext cx="2076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94A7B"/>
          </a:solidFill>
          <a:ln xmlns:a="http://schemas.openxmlformats.org/drawingml/2006/main" w="9525">
            <a:solidFill>
              <a:srgbClr val="4D6FA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72E5F-F2D1-4946-AD39-5066BF0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14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rPr>
              <a:t>품질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A95E1-AA9D-4443-9A47-3AFA7DF5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8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경험과 근거를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정확히 연결하는가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34E98-6C3C-43B1-8606-4857D1E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20764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94A7B"/>
          </a:solidFill>
          <a:ln xmlns:a="http://schemas.openxmlformats.org/drawingml/2006/main" w="9525">
            <a:solidFill>
              <a:srgbClr val="4D6FA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FA7ED-0C00-4BA2-8693-7788AF0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FD0FF"/>
                </a:solidFill>
                <a:latin typeface="Helvetica Neue"/>
                <a:ea typeface="Helvetica Neue"/>
                <a:cs typeface="Helvetica Neue"/>
              </a:rPr>
              <a:t>확장성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C774AC-5D48-40F1-A42E-7BCE4A0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8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기관과 기업이 실제 업무에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활용할 의향이 있는가</a:t>
            </a:r>
          </a:p>
        </p:txBody>
      </p:sp>
    </p:spTree>
    <p:extLst>
      <p:ext uri="{BB962C8B-B14F-4D97-AF65-F5344CB8AC3E}">
        <p14:creationId xmlns:p14="http://schemas.microsoft.com/office/powerpoint/2010/main" val="1689604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2026-09-30T16:33:29.7480000Z</dcterms:created>
  <dcterms:modified xsi:type="dcterms:W3CDTF">2026-09-30T16:33:29.7480000Z</dcterms:modified>
</coreProperties>
</file>